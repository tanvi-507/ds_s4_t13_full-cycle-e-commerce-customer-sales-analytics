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70" r:id="rId6"/>
    <p:sldId id="271" r:id="rId7"/>
    <p:sldId id="272" r:id="rId8"/>
    <p:sldId id="274" r:id="rId9"/>
    <p:sldId id="268" r:id="rId10"/>
    <p:sldId id="265" r:id="rId11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3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18-Sep-26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84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53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86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37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8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18-09-2026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18-09-2026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18-09-2026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18-09-2026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18-09-2026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18-09-2026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702"/>
            <a:ext cx="10515600" cy="1128395"/>
          </a:xfrm>
        </p:spPr>
        <p:txBody>
          <a:bodyPr>
            <a:noAutofit/>
          </a:bodyPr>
          <a:lstStyle/>
          <a:p>
            <a:pPr algn="ctr"/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24AD3107</a:t>
            </a:r>
            <a:r>
              <a:rPr lang="da-DK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RetailIQ: Turning E-Commerce Transaction Data into Strategic Business Intelligence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2360000"/>
            <a:ext cx="10515600" cy="96469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No- 15 • Section- 4</a:t>
            </a:r>
          </a:p>
          <a:p>
            <a:pPr marL="0" indent="0" algn="ctr">
              <a:buNone/>
            </a:pPr>
            <a:r>
              <a:rPr lang="en-IN" sz="1800" b="1" dirty="0"/>
              <a:t>Roll No			Name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1600" dirty="0"/>
              <a:t>2420030023</a:t>
            </a:r>
            <a:r>
              <a:rPr lang="en-IN" sz="1600" dirty="0"/>
              <a:t>		Dhanya Sri</a:t>
            </a:r>
          </a:p>
          <a:p>
            <a:pPr marL="0" indent="0" algn="ctr">
              <a:buNone/>
            </a:pPr>
            <a:r>
              <a:rPr lang="en-US" sz="1600" dirty="0"/>
              <a:t>       2420030507 </a:t>
            </a:r>
            <a:r>
              <a:rPr lang="en-IN" sz="1600" dirty="0"/>
              <a:t>	                          Tanvi Bandaru</a:t>
            </a:r>
          </a:p>
          <a:p>
            <a:pPr marL="0" indent="0" algn="ctr">
              <a:buNone/>
            </a:pPr>
            <a:r>
              <a:rPr lang="en-US" sz="1600" dirty="0"/>
              <a:t>       2420030367</a:t>
            </a:r>
            <a:r>
              <a:rPr lang="en-IN" sz="1600" dirty="0"/>
              <a:t>	                          Sarvani Topella</a:t>
            </a:r>
            <a:endParaRPr lang="en-US" sz="1600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18-09-2026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4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in Detail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[REVIEW NO.]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generate massive volumes of transactional data every day — orders, customer demographics, product categories, pricing, discounts, and payments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businesses fail to convert this raw data into actionable insight due to a lack of a structured analytical process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RetailIQ is a full-cycle data analytics project built on a 2024–2025 e-commerce dataset, combining EDA, customer segmentation, and predictive modeling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covers: order details &amp; timestamps, customer demographics, product categories &amp; pricing, discounts &amp; promotions, and payment information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turn transactional records into strategic business intelligence that stakeholders can act 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systematic analytical pipeline, e-commerce businesses miss opportunities for targeted marketing, inventory optimization, and revenue growth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Value Blind Spots: hard to identify the most valuable customers versus those at risk of churn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Product Performance: which categories drive revenue and profit, and which underperform, stays unclear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Cross-Sell Patterns: purchasing patterns — which products are bought together — go unrecognized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Intuition Over Data: sales forecasts rely on gut feeling instead of data-driven prediction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— Analytics Pipeline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structured, end-to-end pipeline turning raw transactional data into decision-ready insight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1–2: Data Cleaning &amp; Preprocessing, then Exploratory Data Analysis (EDA)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3–4: RFM Analysis (Segmentation), then Product &amp; Sales Performance review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5–6: Market Basket Analysis, then Predictive Modeling for sales forecasting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Interactive Dashboard consolidating KPIs, charts and recommendations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raw orders, customers &amp; products → cleaned data → trends &amp; segments → association rules → forecasts → one interactive dashboard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in Detail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Data Cleaning: clean missing values, duplicates &amp; inconsistent formatting; uncover sales &amp; discount trends; compare regional/category performance; surface seasonality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RFM Customer Segmentation (Recency, Frequency, Monetary) groups customers into Loyal, At-Risk, and New segments for targeted engagement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Sales Performance: rank products/categories by revenue, profit margin &amp; growth trend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Basket Analysis: Apriori / FP-Growth mine association rules for frequently co-purchased products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Modeling: regression / time-series models forecast future sales trends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 consolidates KPIs, charts &amp; recommendations into one visual interface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graphicFrame>
        <p:nvGraphicFramePr>
          <p:cNvPr id="9" name="Tools Table"/>
          <p:cNvGraphicFramePr>
            <a:graphicFrameLocks noGrp="1"/>
          </p:cNvGraphicFramePr>
          <p:nvPr/>
        </p:nvGraphicFramePr>
        <p:xfrm>
          <a:off x="838200" y="1350000"/>
          <a:ext cx="10515600" cy="41148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Manipulation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Matplotlib, Seaborn, Plotly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Basket Analysis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mlxtend (Apriori / FP-Growth)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/ Streamlit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(optional)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/ MySQL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 Notebook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RetailIQ shows how a structured data science approach converts unorganized e-commerce data into decision-ready insight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segmentation, sales analysis, market basket analysis, and predictive modeling into one interactive dashboard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Retention: identify &amp; re-engage high-value / at-risk customers using RFM segments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focus inventory &amp; marketing on top-performing products and categories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Decisions: replace intuition with data-backed, ML-driven recommendations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helps e-commerce businesses improve retention, optimize product offerings, and make informed decisions that support sustainable growth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18-09-2026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[REVIEW NO.]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654</Words>
  <Application>Microsoft Office PowerPoint</Application>
  <PresentationFormat>Widescreen</PresentationFormat>
  <Paragraphs>107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Custom Design</vt:lpstr>
      <vt:lpstr> DATA SCIENCE (24AD3107)  RetailIQ: Turning E-Commerce Transaction Data into Strategic Business Intelligence</vt:lpstr>
      <vt:lpstr>OUTLINE</vt:lpstr>
      <vt:lpstr>Introduction</vt:lpstr>
      <vt:lpstr>Problem Statement</vt:lpstr>
      <vt:lpstr>Proposed Solution — Analytics Pipeline</vt:lpstr>
      <vt:lpstr>Methodology in Detail</vt:lpstr>
      <vt:lpstr>Tools &amp; Technologies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– 1  Project Title</dc:title>
  <dc:creator>DELL</dc:creator>
  <cp:lastModifiedBy>Srinivas Topella</cp:lastModifiedBy>
  <cp:revision>5</cp:revision>
  <dcterms:modified xsi:type="dcterms:W3CDTF">2026-09-18T09:39:28Z</dcterms:modified>
</cp:coreProperties>
</file>